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21374100" cy="30276800"/>
  <p:notesSz cx="6858000" cy="9144000"/>
  <p:embeddedFontLst>
    <p:embeddedFont>
      <p:font typeface="Arial" charset="1" panose="020B05020202020202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66461" y="4997996"/>
            <a:ext cx="15303542" cy="21824937"/>
          </a:xfrm>
          <a:custGeom>
            <a:avLst/>
            <a:gdLst/>
            <a:ahLst/>
            <a:cxnLst/>
            <a:rect r="r" b="b" t="t" l="l"/>
            <a:pathLst>
              <a:path h="21824937" w="15303542">
                <a:moveTo>
                  <a:pt x="0" y="0"/>
                </a:moveTo>
                <a:lnTo>
                  <a:pt x="15303543" y="0"/>
                </a:lnTo>
                <a:lnTo>
                  <a:pt x="15303543" y="21824938"/>
                </a:lnTo>
                <a:lnTo>
                  <a:pt x="0" y="21824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847000" y="29558599"/>
            <a:ext cx="309066" cy="474381"/>
            <a:chOff x="0" y="0"/>
            <a:chExt cx="412089" cy="6325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2089" cy="632508"/>
            </a:xfrm>
            <a:custGeom>
              <a:avLst/>
              <a:gdLst/>
              <a:ahLst/>
              <a:cxnLst/>
              <a:rect r="r" b="b" t="t" l="l"/>
              <a:pathLst>
                <a:path h="632508" w="412089">
                  <a:moveTo>
                    <a:pt x="0" y="0"/>
                  </a:moveTo>
                  <a:lnTo>
                    <a:pt x="412089" y="0"/>
                  </a:lnTo>
                  <a:lnTo>
                    <a:pt x="412089" y="632508"/>
                  </a:lnTo>
                  <a:lnTo>
                    <a:pt x="0" y="6325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12089" cy="68013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716"/>
                </a:lnSpc>
              </a:pPr>
              <a:r>
                <a:rPr lang="en-US" sz="2263" spc="-14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64281" y="5345802"/>
            <a:ext cx="15205720" cy="21911890"/>
          </a:xfrm>
          <a:custGeom>
            <a:avLst/>
            <a:gdLst/>
            <a:ahLst/>
            <a:cxnLst/>
            <a:rect r="r" b="b" t="t" l="l"/>
            <a:pathLst>
              <a:path h="21911890" w="15205720">
                <a:moveTo>
                  <a:pt x="0" y="0"/>
                </a:moveTo>
                <a:lnTo>
                  <a:pt x="15205720" y="0"/>
                </a:lnTo>
                <a:lnTo>
                  <a:pt x="15205720" y="21911891"/>
                </a:lnTo>
                <a:lnTo>
                  <a:pt x="0" y="219118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847000" y="29558599"/>
            <a:ext cx="309066" cy="474381"/>
            <a:chOff x="0" y="0"/>
            <a:chExt cx="412089" cy="6325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2089" cy="632508"/>
            </a:xfrm>
            <a:custGeom>
              <a:avLst/>
              <a:gdLst/>
              <a:ahLst/>
              <a:cxnLst/>
              <a:rect r="r" b="b" t="t" l="l"/>
              <a:pathLst>
                <a:path h="632508" w="412089">
                  <a:moveTo>
                    <a:pt x="0" y="0"/>
                  </a:moveTo>
                  <a:lnTo>
                    <a:pt x="412089" y="0"/>
                  </a:lnTo>
                  <a:lnTo>
                    <a:pt x="412089" y="632508"/>
                  </a:lnTo>
                  <a:lnTo>
                    <a:pt x="0" y="6325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12089" cy="68013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716"/>
                </a:lnSpc>
              </a:pPr>
              <a:r>
                <a:rPr lang="en-US" sz="2263" spc="-14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77330" y="4650188"/>
            <a:ext cx="15292673" cy="22433602"/>
          </a:xfrm>
          <a:custGeom>
            <a:avLst/>
            <a:gdLst/>
            <a:ahLst/>
            <a:cxnLst/>
            <a:rect r="r" b="b" t="t" l="l"/>
            <a:pathLst>
              <a:path h="22433602" w="15292673">
                <a:moveTo>
                  <a:pt x="0" y="0"/>
                </a:moveTo>
                <a:lnTo>
                  <a:pt x="15292674" y="0"/>
                </a:lnTo>
                <a:lnTo>
                  <a:pt x="15292674" y="22433602"/>
                </a:lnTo>
                <a:lnTo>
                  <a:pt x="0" y="224336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847000" y="29558599"/>
            <a:ext cx="309066" cy="474381"/>
            <a:chOff x="0" y="0"/>
            <a:chExt cx="412089" cy="6325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2089" cy="632508"/>
            </a:xfrm>
            <a:custGeom>
              <a:avLst/>
              <a:gdLst/>
              <a:ahLst/>
              <a:cxnLst/>
              <a:rect r="r" b="b" t="t" l="l"/>
              <a:pathLst>
                <a:path h="632508" w="412089">
                  <a:moveTo>
                    <a:pt x="0" y="0"/>
                  </a:moveTo>
                  <a:lnTo>
                    <a:pt x="412089" y="0"/>
                  </a:lnTo>
                  <a:lnTo>
                    <a:pt x="412089" y="632508"/>
                  </a:lnTo>
                  <a:lnTo>
                    <a:pt x="0" y="6325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12089" cy="68013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716"/>
                </a:lnSpc>
              </a:pPr>
              <a:r>
                <a:rPr lang="en-US" sz="2263" spc="-14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77330" y="5171899"/>
            <a:ext cx="15292673" cy="21890152"/>
          </a:xfrm>
          <a:custGeom>
            <a:avLst/>
            <a:gdLst/>
            <a:ahLst/>
            <a:cxnLst/>
            <a:rect r="r" b="b" t="t" l="l"/>
            <a:pathLst>
              <a:path h="21890152" w="15292673">
                <a:moveTo>
                  <a:pt x="0" y="0"/>
                </a:moveTo>
                <a:lnTo>
                  <a:pt x="15292674" y="0"/>
                </a:lnTo>
                <a:lnTo>
                  <a:pt x="15292674" y="21890152"/>
                </a:lnTo>
                <a:lnTo>
                  <a:pt x="0" y="2189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847000" y="29558599"/>
            <a:ext cx="309066" cy="474381"/>
            <a:chOff x="0" y="0"/>
            <a:chExt cx="412089" cy="6325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2089" cy="632508"/>
            </a:xfrm>
            <a:custGeom>
              <a:avLst/>
              <a:gdLst/>
              <a:ahLst/>
              <a:cxnLst/>
              <a:rect r="r" b="b" t="t" l="l"/>
              <a:pathLst>
                <a:path h="632508" w="412089">
                  <a:moveTo>
                    <a:pt x="0" y="0"/>
                  </a:moveTo>
                  <a:lnTo>
                    <a:pt x="412089" y="0"/>
                  </a:lnTo>
                  <a:lnTo>
                    <a:pt x="412089" y="632508"/>
                  </a:lnTo>
                  <a:lnTo>
                    <a:pt x="0" y="6325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12089" cy="68013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716"/>
                </a:lnSpc>
              </a:pPr>
              <a:r>
                <a:rPr lang="en-US" sz="2263" spc="-14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66461" y="4476285"/>
            <a:ext cx="15260066" cy="20596742"/>
          </a:xfrm>
          <a:custGeom>
            <a:avLst/>
            <a:gdLst/>
            <a:ahLst/>
            <a:cxnLst/>
            <a:rect r="r" b="b" t="t" l="l"/>
            <a:pathLst>
              <a:path h="20596742" w="15260066">
                <a:moveTo>
                  <a:pt x="0" y="0"/>
                </a:moveTo>
                <a:lnTo>
                  <a:pt x="15260066" y="0"/>
                </a:lnTo>
                <a:lnTo>
                  <a:pt x="15260066" y="20596742"/>
                </a:lnTo>
                <a:lnTo>
                  <a:pt x="0" y="205967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847000" y="29558599"/>
            <a:ext cx="309066" cy="474381"/>
            <a:chOff x="0" y="0"/>
            <a:chExt cx="412089" cy="6325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2089" cy="632508"/>
            </a:xfrm>
            <a:custGeom>
              <a:avLst/>
              <a:gdLst/>
              <a:ahLst/>
              <a:cxnLst/>
              <a:rect r="r" b="b" t="t" l="l"/>
              <a:pathLst>
                <a:path h="632508" w="412089">
                  <a:moveTo>
                    <a:pt x="0" y="0"/>
                  </a:moveTo>
                  <a:lnTo>
                    <a:pt x="412089" y="0"/>
                  </a:lnTo>
                  <a:lnTo>
                    <a:pt x="412089" y="632508"/>
                  </a:lnTo>
                  <a:lnTo>
                    <a:pt x="0" y="6325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12089" cy="68013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716"/>
                </a:lnSpc>
              </a:pPr>
              <a:r>
                <a:rPr lang="en-US" sz="2263" spc="-14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77330" y="5432755"/>
            <a:ext cx="15194851" cy="21564082"/>
          </a:xfrm>
          <a:custGeom>
            <a:avLst/>
            <a:gdLst/>
            <a:ahLst/>
            <a:cxnLst/>
            <a:rect r="r" b="b" t="t" l="l"/>
            <a:pathLst>
              <a:path h="21564082" w="15194851">
                <a:moveTo>
                  <a:pt x="0" y="0"/>
                </a:moveTo>
                <a:lnTo>
                  <a:pt x="15194852" y="0"/>
                </a:lnTo>
                <a:lnTo>
                  <a:pt x="15194852" y="21564082"/>
                </a:lnTo>
                <a:lnTo>
                  <a:pt x="0" y="21564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847000" y="29558599"/>
            <a:ext cx="309066" cy="474381"/>
            <a:chOff x="0" y="0"/>
            <a:chExt cx="412089" cy="6325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2089" cy="632508"/>
            </a:xfrm>
            <a:custGeom>
              <a:avLst/>
              <a:gdLst/>
              <a:ahLst/>
              <a:cxnLst/>
              <a:rect r="r" b="b" t="t" l="l"/>
              <a:pathLst>
                <a:path h="632508" w="412089">
                  <a:moveTo>
                    <a:pt x="0" y="0"/>
                  </a:moveTo>
                  <a:lnTo>
                    <a:pt x="412089" y="0"/>
                  </a:lnTo>
                  <a:lnTo>
                    <a:pt x="412089" y="632508"/>
                  </a:lnTo>
                  <a:lnTo>
                    <a:pt x="0" y="6325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12089" cy="68013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716"/>
                </a:lnSpc>
              </a:pPr>
              <a:r>
                <a:rPr lang="en-US" sz="2263" spc="-14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66461" y="5171899"/>
            <a:ext cx="15651348" cy="19542450"/>
          </a:xfrm>
          <a:custGeom>
            <a:avLst/>
            <a:gdLst/>
            <a:ahLst/>
            <a:cxnLst/>
            <a:rect r="r" b="b" t="t" l="l"/>
            <a:pathLst>
              <a:path h="19542450" w="15651348">
                <a:moveTo>
                  <a:pt x="0" y="0"/>
                </a:moveTo>
                <a:lnTo>
                  <a:pt x="15651349" y="0"/>
                </a:lnTo>
                <a:lnTo>
                  <a:pt x="15651349" y="19542450"/>
                </a:lnTo>
                <a:lnTo>
                  <a:pt x="0" y="195424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847000" y="29558599"/>
            <a:ext cx="309066" cy="474381"/>
            <a:chOff x="0" y="0"/>
            <a:chExt cx="412089" cy="6325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2089" cy="632508"/>
            </a:xfrm>
            <a:custGeom>
              <a:avLst/>
              <a:gdLst/>
              <a:ahLst/>
              <a:cxnLst/>
              <a:rect r="r" b="b" t="t" l="l"/>
              <a:pathLst>
                <a:path h="632508" w="412089">
                  <a:moveTo>
                    <a:pt x="0" y="0"/>
                  </a:moveTo>
                  <a:lnTo>
                    <a:pt x="412089" y="0"/>
                  </a:lnTo>
                  <a:lnTo>
                    <a:pt x="412089" y="632508"/>
                  </a:lnTo>
                  <a:lnTo>
                    <a:pt x="0" y="6325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12089" cy="68013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716"/>
                </a:lnSpc>
              </a:pPr>
              <a:r>
                <a:rPr lang="en-US" sz="2263" spc="-14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DAGe4LXvY0o</dc:identifier>
  <dcterms:modified xsi:type="dcterms:W3CDTF">2011-08-01T06:04:30Z</dcterms:modified>
  <cp:revision>1</cp:revision>
  <dc:title>nasscom - Hackathon Project Phases Template  (6).pptx</dc:title>
</cp:coreProperties>
</file>